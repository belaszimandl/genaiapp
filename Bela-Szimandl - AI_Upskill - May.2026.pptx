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14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7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714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571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2862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514350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6000750"/>
            <a:ext cx="12161520" cy="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009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2019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028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4038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0047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6057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2066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4085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0095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6104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2114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88123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641330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01425" y="0"/>
            <a:ext cx="0" cy="6858000"/>
          </a:xfrm>
          <a:prstGeom prst="line">
            <a:avLst/>
          </a:prstGeom>
          <a:noFill/>
          <a:ln w="3810">
            <a:solidFill>
              <a:srgbClr val="0D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61520" cy="3200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32004"/>
            <a:ext cx="12161520" cy="1005840"/>
          </a:xfrm>
          <a:prstGeom prst="rect">
            <a:avLst/>
          </a:prstGeom>
          <a:solidFill>
            <a:srgbClr val="0A1525"/>
          </a:solidFill>
          <a:ln w="635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solidFill>
            <a:srgbClr val="06101F"/>
          </a:solidFill>
          <a:ln w="7620">
            <a:solidFill>
              <a:srgbClr val="4A63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kern="0" spc="200" dirty="0">
                <a:solidFill>
                  <a:srgbClr val="4A6380"/>
                </a:solidFill>
              </a:rPr>
              <a:t>AI UPSKILL · MAY 2026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01168" y="5303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– STOCK MARKET AI CHATBOT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solidFill>
            <a:srgbClr val="06101F"/>
          </a:solidFill>
          <a:ln w="1016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92640" y="274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4A6380"/>
                </a:solidFill>
              </a:rPr>
              <a:t>3-WEEK INITIATIVE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4592" y="1143000"/>
            <a:ext cx="3154680" cy="16459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1752" y="127101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TEAM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01752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1752" y="154533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Bela Szimandl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</a:rPr>
              <a:t>AI / Full-stack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MarketDesk</a:t>
            </a:r>
            <a:endParaRPr lang="en-US" sz="1100" dirty="0"/>
          </a:p>
          <a:p>
            <a:pPr marL="0" indent="0">
              <a:buNone/>
            </a:pPr>
            <a:r>
              <a:rPr lang="en-US" sz="850" dirty="0">
                <a:solidFill>
                  <a:srgbClr val="00C8E0"/>
                </a:solidFill>
              </a:rPr>
              <a:t>Foundry + Cosmos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64592" y="2926080"/>
            <a:ext cx="3154680" cy="178308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" y="305409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TECH STACK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01752" y="32552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3464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.NET 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298448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Foundry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13432" y="334670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Cosmos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83464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Blazor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298448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FastAPI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313432" y="367588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Python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83464" y="400507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FDA"/>
                </a:solidFill>
              </a:rPr>
              <a:t>gpt-5-mini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64592" y="4846320"/>
            <a:ext cx="3154680" cy="170992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01752" y="497433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BUSINESS CHALLENGES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01752" y="517550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01752" y="5248656"/>
            <a:ext cx="28803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50" dirty="0">
                <a:solidFill>
                  <a:srgbClr val="A8BFDA"/>
                </a:solidFill>
              </a:rPr>
              <a:t>Log &amp; market data overload for analysts</a:t>
            </a:r>
            <a:endParaRPr lang="en-US" sz="8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50" dirty="0">
                <a:solidFill>
                  <a:srgbClr val="A8BFDA"/>
                </a:solidFill>
              </a:rPr>
              <a:t>SQL/dashboard skills needed for simple Qs</a:t>
            </a:r>
            <a:endParaRPr lang="en-US" sz="8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50" dirty="0">
                <a:solidFill>
                  <a:srgbClr val="A8BFDA"/>
                </a:solidFill>
              </a:rPr>
              <a:t>Secrets must never ship in WASM clients</a:t>
            </a:r>
            <a:endParaRPr lang="en-US" sz="8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850" dirty="0">
                <a:solidFill>
                  <a:srgbClr val="A8BFDA"/>
                </a:solidFill>
              </a:rPr>
              <a:t>Need scalable NL query over Cosmos data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483864" y="1143000"/>
            <a:ext cx="4892040" cy="960120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21024" y="127101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INTRODUCTION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621024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21024" y="154533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FDA"/>
                </a:solidFill>
              </a:rPr>
              <a:t>MarketDesk: NL stock quotes &amp; log insights for analysts. Azure AI Foundry + Cosmos power answers; Blazor WASM delivers a trading-desk chat UI—no SQL required.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83864" y="2240280"/>
            <a:ext cx="4892040" cy="431596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21024" y="2368296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SOLUTION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21024" y="256946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solidFill>
            <a:srgbClr val="06101F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648456" y="2642616"/>
            <a:ext cx="456285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380"/>
                </a:solidFill>
              </a:rPr>
              <a:t/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48456" y="4837176"/>
            <a:ext cx="4562856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48456" y="4928616"/>
            <a:ext cx="456285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A8BFDA"/>
                </a:solidFill>
              </a:rPr>
              <a:t>Blazor WASM → ASP.NET /api/chat (secrets server-only). Foundry agent log-insights-chatbot (gpt-5-mini) + OpenAPI → FastAPI stock-query-api-bsz → Cosmos StockMarket/quotes. Fallbacks: SpaceXAI / demo. Python stockAiApp: CLI RAG, ingest, local vectors. SpecKit 001/002. Fixed: low RPM via pacing; WASM isolation via proxy + DefaultAzureCredential.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540496" y="1143000"/>
            <a:ext cx="3456432" cy="5413248"/>
          </a:xfrm>
          <a:prstGeom prst="rect">
            <a:avLst/>
          </a:prstGeom>
          <a:solidFill>
            <a:srgbClr val="0C1B30"/>
          </a:solidFill>
          <a:ln w="889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677656" y="127101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4A6380"/>
                </a:solidFill>
              </a:rPr>
              <a:t>OTHERS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8677656" y="1472184"/>
            <a:ext cx="54864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677656" y="1600200"/>
            <a:ext cx="36576" cy="1143000"/>
          </a:xfrm>
          <a:prstGeom prst="rect">
            <a:avLst/>
          </a:prstGeom>
          <a:solidFill>
            <a:srgbClr val="6B28E0"/>
          </a:solidFill>
          <a:ln w="12700">
            <a:solidFill>
              <a:srgbClr val="6B2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796528" y="169164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IMPACT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796528" y="191109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Live Foundry agent + OpenAPI tools on Cosmos quotes; MarketDesk UI with durable ticker; Python CLI for log RAG; SpecKit 001/002 specs.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8677656" y="283464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677656" y="292608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796528" y="30175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LEARNINGS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796528" y="323697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Solid OpenAPI tool contracts; Azure credential chain; secrets stay server-side; pace for gpt-5-mini limits; local cosine before native vectors.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677656" y="416052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677656" y="4251960"/>
            <a:ext cx="36576" cy="11430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796528" y="434340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NEXT STEPS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796528" y="4562856"/>
            <a:ext cx="304495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FDA"/>
                </a:solidFill>
              </a:rPr>
              <a:t>Native Cosmos vector index; higher model quota; live market APIs; richer insights; auth + observability hardening.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677656" y="5623560"/>
            <a:ext cx="3182112" cy="0"/>
          </a:xfrm>
          <a:prstGeom prst="line">
            <a:avLst/>
          </a:prstGeom>
          <a:noFill/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796528" y="5742432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A6380"/>
                </a:solidFill>
              </a:rPr>
              <a:t>ADDITIONAL NOTES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8796528" y="5980176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4A6380"/>
                </a:solidFill>
              </a:rPr>
              <a:t>RG stock-market-ai-rg · Agent log-insights-chatbot · API stock-query-api-bsz · Cosmos cosmos-stock-market-ai · stockMarketChat / stockAiApp / stockQueryApi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525"/>
          </a:solidFill>
          <a:ln w="508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01168" y="6611112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.NET AI UPSKILL INITIATIVE — MAY 2026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9966960" y="661111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150" dirty="0">
                <a:solidFill>
                  <a:srgbClr val="4A6380"/>
                </a:solidFill>
              </a:rPr>
              <a:t>CONFIDENTIAL</a:t>
            </a:r>
            <a:endParaRPr lang="en-US" sz="700" dirty="0"/>
          </a:p>
        </p:txBody>
      </p:sp>
      <p:pic>
        <p:nvPicPr>
          <p:cNvPr id="87" name="Picture 86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2642616"/>
            <a:ext cx="4562856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Zbigniew Koltuniak</cp:lastModifiedBy>
  <cp:revision>2</cp:revision>
  <dcterms:created xsi:type="dcterms:W3CDTF">2026-04-23T17:39:49Z</dcterms:created>
  <dcterms:modified xsi:type="dcterms:W3CDTF">2026-07-23T13:28:33Z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2026-04-23T18:24:49Z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8989d48e-950a-4fe5-ab54-11814b72000a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